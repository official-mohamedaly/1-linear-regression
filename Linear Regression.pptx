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73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8EBD-20A3-63AD-5196-AA19D556E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3F7C8-4A6D-FCB8-FEFA-403353866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0C75A-BCA2-FD8B-30C5-6F7C94A2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69D1-760D-5011-9B31-B3683329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D827C-ACDD-C1C3-79E1-5C450185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9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8FE0-AEA5-3583-6874-C9D8BB15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80BE0-EE80-E1D1-032A-EC4945365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2ACAC-08D8-3337-76CB-C99929429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D7BF9-59DC-B1FB-F7F0-69765EC4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1EB6-EA5E-BC48-0D3A-45FD0ABC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5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DF5A-6424-D3CC-F50E-7F36158A4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CDCA-D307-B46A-9015-6B28A9C39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94BF1-6503-2091-C9E7-E1E86475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1CF7D-F801-C0A2-EB13-79D6B61E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C562C-8175-22F5-D027-41E8B306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6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B8D5-9912-9938-999B-F5AC272F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5839B-B462-0628-7E59-D270F0578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0A1C8-3C3C-C70C-9FFB-EF4F54992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D03D6-C56D-B288-B8E3-573B9FE0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4A7CF-4B31-2904-0AEB-9BFAB226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6BC26-E701-4701-0B90-DB8EEEF9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7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046B-672A-E1CE-69A3-07C273AC0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2F6FC-262B-D940-FC71-87D5FB3D1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3DC12-B75C-EB53-6D09-932967807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5FF972-F6B9-E5F7-5EC6-9CC849EB3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9CB22-7AA6-F2BF-B3E9-EE46EA1FD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A7839-569E-DA7B-731D-D0E2C4EC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E8767-D0A8-5B7A-D009-6D827D87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7DCAB-63B0-807C-C9BB-B4BEE415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DDDC-DF2C-E18B-D320-1713B410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02F05-BCD2-F2B8-B65E-F4117E29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58420-4FB3-B4D5-FDE6-FE2E095E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F5B03-F5A1-5F7F-37E8-C443938F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4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C4C22F-8E6D-A765-B5D2-3197A274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FA254-5BFE-464D-E84D-3471FDDD1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7FF82-ACE6-9013-DC84-530EF78A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F2AA-7E13-CA25-2467-2E8402DE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ED0B2-D9F1-5996-6D7D-14E9D0A44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281AF-F900-5C93-26A5-4B789934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54C05-43D2-27D5-3F8F-3B610FE6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2739F-40F4-8843-6B10-6C7BBC65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F7EAF-474F-69E0-CB07-0557075A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0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5D46-8146-AA1D-616E-86A64131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C171E-AF4C-42C1-768E-399F4176D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4F97-4C5B-815A-445A-6B3F14E0A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3181C-DB21-709F-9285-A1826BA3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92B4E-6D4A-1354-601A-2E5B5750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4EE43-7EEC-0581-3ADD-DC0700AB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FE32-2864-AAA2-972B-3D7825C2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20F06-642C-0F23-69C8-7D019B209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E3B56-A2C3-1781-B694-BD60C6AC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E1F-BA63-37B5-BAF7-A2D920D0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FBCA3-76EC-B0EB-D80B-E3A5A443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6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D05D8-B41D-256A-C3A9-223631899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D8A7-A57E-D184-44F6-D0749B1C7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863B6-8A09-CD5D-5944-30774E74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6FF59-88FE-71C3-44DF-D16B7BD2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8509C-BB21-D456-6D95-BBF0EF47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3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BB3B0-26EE-F9F2-92A0-FB6184E5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3C86A-9B1D-C8E1-BF4D-F81BBC715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EC906-3D29-0B36-9D76-053CE3C4C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65DE6-3582-43A9-A8C7-571E84364C41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FF882-4B23-E7D0-3D09-685477117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1A2C-B5AF-D98B-F220-B338671D8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135E8-24CC-4C53-AEB8-3040FEA0F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4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9317-AD77-AE13-014A-39B803ED4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66464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80FB-EE2E-EE6E-AF51-6E4042CE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3E35-2664-FC38-9469-067B76BD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53180"/>
          </a:xfrm>
        </p:spPr>
        <p:txBody>
          <a:bodyPr/>
          <a:lstStyle/>
          <a:p>
            <a:r>
              <a:rPr lang="en-US" b="1" dirty="0"/>
              <a:t>Artificial Intelligence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simulation of human intelligence processes by machines, especially computer systems.</a:t>
            </a:r>
          </a:p>
          <a:p>
            <a:pPr lvl="1"/>
            <a:r>
              <a:rPr lang="en-US" dirty="0"/>
              <a:t>Replicate human-like cognitive functions, such as problem solving, learning, reasoning, and decision-making. </a:t>
            </a:r>
          </a:p>
          <a:p>
            <a:pPr marL="0" indent="0">
              <a:buNone/>
            </a:pPr>
            <a:endParaRPr lang="ja-JP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15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80FB-EE2E-EE6E-AF51-6E4042CE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3E35-2664-FC38-9469-067B76BD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882"/>
            <a:ext cx="10515600" cy="5034986"/>
          </a:xfrm>
        </p:spPr>
        <p:txBody>
          <a:bodyPr/>
          <a:lstStyle/>
          <a:p>
            <a:endParaRPr lang="ja-JP" alt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6DEF7-AD44-4E45-1A55-728890DC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29" y="1527858"/>
            <a:ext cx="4745619" cy="474561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6037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E0CF-0143-52D7-F8EB-F4EB77E4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4544-D327-6C1B-369F-0C8AB7CE2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is a subset of artificial intelligence that focuses on the development of algorithms enabling systems to learn patterns from data.</a:t>
            </a:r>
          </a:p>
        </p:txBody>
      </p:sp>
    </p:spTree>
    <p:extLst>
      <p:ext uri="{BB962C8B-B14F-4D97-AF65-F5344CB8AC3E}">
        <p14:creationId xmlns:p14="http://schemas.microsoft.com/office/powerpoint/2010/main" val="152334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E0CF-0143-52D7-F8EB-F4EB77E4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Machine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35EE8-9093-7453-7BC6-F346D630D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099" y="1825625"/>
            <a:ext cx="8206450" cy="4351338"/>
          </a:xfrm>
        </p:spPr>
      </p:pic>
    </p:spTree>
    <p:extLst>
      <p:ext uri="{BB962C8B-B14F-4D97-AF65-F5344CB8AC3E}">
        <p14:creationId xmlns:p14="http://schemas.microsoft.com/office/powerpoint/2010/main" val="171297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E0CF-0143-52D7-F8EB-F4EB77E4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35EE8-9093-7453-7BC6-F346D630D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7981" y="2034945"/>
            <a:ext cx="8206450" cy="4351338"/>
          </a:xfrm>
        </p:spPr>
      </p:pic>
    </p:spTree>
    <p:extLst>
      <p:ext uri="{BB962C8B-B14F-4D97-AF65-F5344CB8AC3E}">
        <p14:creationId xmlns:p14="http://schemas.microsoft.com/office/powerpoint/2010/main" val="242818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9317-AD77-AE13-014A-39B803ED4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Linear Models</a:t>
            </a:r>
          </a:p>
        </p:txBody>
      </p:sp>
    </p:spTree>
    <p:extLst>
      <p:ext uri="{BB962C8B-B14F-4D97-AF65-F5344CB8AC3E}">
        <p14:creationId xmlns:p14="http://schemas.microsoft.com/office/powerpoint/2010/main" val="108789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291C-33E5-B18B-6279-8B206D5F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6F1422-95EA-C2E9-8C99-44B4F3A63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84954"/>
            <a:ext cx="4832432" cy="3078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DBD0F0-340B-B028-429E-1F0F91BB8BD6}"/>
                  </a:ext>
                </a:extLst>
              </p:cNvPr>
              <p:cNvSpPr txBox="1"/>
              <p:nvPr/>
            </p:nvSpPr>
            <p:spPr>
              <a:xfrm>
                <a:off x="1796971" y="2749515"/>
                <a:ext cx="4071394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ja-JP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4400" b="0" i="1" smtClean="0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ja-JP" alt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DBD0F0-340B-B028-429E-1F0F91BB8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971" y="2749515"/>
                <a:ext cx="4071394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42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DBD0F0-340B-B028-429E-1F0F91BB8BD6}"/>
                  </a:ext>
                </a:extLst>
              </p:cNvPr>
              <p:cNvSpPr txBox="1"/>
              <p:nvPr/>
            </p:nvSpPr>
            <p:spPr>
              <a:xfrm>
                <a:off x="838200" y="1348800"/>
                <a:ext cx="10344871" cy="50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40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ja-JP" sz="4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4000" i="1" smtClean="0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US" altLang="ja-JP" sz="40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400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ja-JP" sz="4000" i="1" dirty="0">
                  <a:latin typeface="Cambria Math" panose="02040503050406030204" pitchFamily="18" charset="0"/>
                </a:endParaRPr>
              </a:p>
              <a:p>
                <a:endParaRPr lang="en-US" sz="4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4000" b="0" dirty="0"/>
              </a:p>
              <a:p>
                <a:endParaRPr lang="en-US" sz="4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4000" b="0" dirty="0"/>
              </a:p>
              <a:p>
                <a:endParaRPr lang="ja-JP" alt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DBD0F0-340B-B028-429E-1F0F91BB8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48800"/>
                <a:ext cx="10344871" cy="50167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18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DA781-D800-9134-B03E-964E52EE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E860E-2DB2-5BE6-F8DB-5A1BAC604F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69475"/>
                <a:ext cx="10515600" cy="3907488"/>
              </a:xfrm>
            </p:spPr>
            <p:txBody>
              <a:bodyPr/>
              <a:lstStyle/>
              <a:p>
                <a:r>
                  <a:rPr lang="en-US" sz="2800" b="1" dirty="0"/>
                  <a:t>Hypothesis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Parameters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b="1" dirty="0"/>
                  <a:t>Cost function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r>
                  <a:rPr lang="en-US" sz="2800" b="1" dirty="0"/>
                  <a:t>Goal</a:t>
                </a:r>
                <a:r>
                  <a:rPr lang="en-US" sz="2800" dirty="0"/>
                  <a:t>: minimize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E860E-2DB2-5BE6-F8DB-5A1BAC604F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69475"/>
                <a:ext cx="10515600" cy="3907488"/>
              </a:xfrm>
              <a:blipFill>
                <a:blip r:embed="rId2"/>
                <a:stretch>
                  <a:fillRect l="-1043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972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DA781-D800-9134-B03E-964E52EE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E860E-2DB2-5BE6-F8DB-5A1BAC604F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69475"/>
                <a:ext cx="10515600" cy="3907488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Hypothesis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Parameters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Cost function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b="1" dirty="0"/>
                  <a:t>Goal</a:t>
                </a:r>
                <a:r>
                  <a:rPr lang="en-US" dirty="0"/>
                  <a:t>: minimize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E860E-2DB2-5BE6-F8DB-5A1BAC604F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69475"/>
                <a:ext cx="10515600" cy="3907488"/>
              </a:xfrm>
              <a:blipFill>
                <a:blip r:embed="rId2"/>
                <a:stretch>
                  <a:fillRect l="-1043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F470FD60-33B6-E89B-6DA9-27E359B17BEA}"/>
              </a:ext>
            </a:extLst>
          </p:cNvPr>
          <p:cNvSpPr/>
          <p:nvPr/>
        </p:nvSpPr>
        <p:spPr>
          <a:xfrm>
            <a:off x="7921127" y="2558667"/>
            <a:ext cx="1663547" cy="870333"/>
          </a:xfrm>
          <a:prstGeom prst="irregularSeal2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MSE</a:t>
            </a:r>
          </a:p>
        </p:txBody>
      </p:sp>
      <p:sp>
        <p:nvSpPr>
          <p:cNvPr id="5" name="Explosion: 14 Points 4">
            <a:extLst>
              <a:ext uri="{FF2B5EF4-FFF2-40B4-BE49-F238E27FC236}">
                <a16:creationId xmlns:a16="http://schemas.microsoft.com/office/drawing/2014/main" id="{B64D5E2F-3A74-9F5C-F5B3-777AAD5CA91A}"/>
              </a:ext>
            </a:extLst>
          </p:cNvPr>
          <p:cNvSpPr/>
          <p:nvPr/>
        </p:nvSpPr>
        <p:spPr>
          <a:xfrm>
            <a:off x="9208265" y="4223219"/>
            <a:ext cx="1663547" cy="870333"/>
          </a:xfrm>
          <a:prstGeom prst="irregularSeal2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dirty="0">
                <a:solidFill>
                  <a:srgbClr val="ECECF1"/>
                </a:solidFill>
                <a:effectLst/>
                <a:latin typeface="Söhne"/>
              </a:rPr>
              <a:t>gradient descent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3972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01748-0C1D-716A-9C75-7C1095A6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39F49-423C-1A95-6F6B-8C4AA7122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34344"/>
            <a:ext cx="5050316" cy="3800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D4AC3-E4F0-9D06-58CE-5EEA3C256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484" y="2134344"/>
            <a:ext cx="5050316" cy="37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203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Söhne</vt:lpstr>
      <vt:lpstr>Office Theme</vt:lpstr>
      <vt:lpstr>Machine Learning</vt:lpstr>
      <vt:lpstr>Introduction</vt:lpstr>
      <vt:lpstr>Introduction</vt:lpstr>
      <vt:lpstr>What is Machine Learning?</vt:lpstr>
      <vt:lpstr>Types of Machine Learning</vt:lpstr>
      <vt:lpstr>Supervised Learning</vt:lpstr>
      <vt:lpstr>Linear Models</vt:lpstr>
      <vt:lpstr>Linear Regression</vt:lpstr>
      <vt:lpstr>PowerPoint Presentation</vt:lpstr>
      <vt:lpstr>Linear Regression</vt:lpstr>
      <vt:lpstr>Linear Regression</vt:lpstr>
      <vt:lpstr>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Models</dc:title>
  <dc:creator>20912019100973</dc:creator>
  <cp:lastModifiedBy>20912019100973</cp:lastModifiedBy>
  <cp:revision>40</cp:revision>
  <dcterms:created xsi:type="dcterms:W3CDTF">2024-01-22T02:04:17Z</dcterms:created>
  <dcterms:modified xsi:type="dcterms:W3CDTF">2024-04-04T22:43:29Z</dcterms:modified>
</cp:coreProperties>
</file>