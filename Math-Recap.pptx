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0912019100973" initials="2" lastIdx="1" clrIdx="0">
    <p:extLst>
      <p:ext uri="{19B8F6BF-5375-455C-9EA6-DF929625EA0E}">
        <p15:presenceInfo xmlns:p15="http://schemas.microsoft.com/office/powerpoint/2012/main" userId="S::20912019100973@fci.zu.edu.eg::4dad8fbe-8414-4a05-baa2-07f4e3e645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60"/>
  </p:normalViewPr>
  <p:slideViewPr>
    <p:cSldViewPr snapToGrid="0">
      <p:cViewPr>
        <p:scale>
          <a:sx n="90" d="100"/>
          <a:sy n="90" d="100"/>
        </p:scale>
        <p:origin x="54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1-22T00:04:36.393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3557D-C140-4547-9D80-C7F952AFB691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B774B-1BCE-478E-AF7F-48B29EE0F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A1B55-B687-EDE4-48F7-F0E702994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626A8-B2FD-7F34-9D70-05CF54F76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18265-713A-1B42-DB0B-438EB772C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DF8-9A36-4C6D-AEE1-3CBA57072140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78981-26D3-928F-3C73-1EE7D513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DE1B-E65F-D3CD-2148-955DFAE5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ED91-50B7-4135-9AEE-C5CC5DA3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9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869F-B084-EA59-98FE-E54B923D8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118C4-D462-49BD-57E7-1311DBF9D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D94A2-2ED0-8F7C-60EA-17D883B05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DF8-9A36-4C6D-AEE1-3CBA57072140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7D464-56E3-5ECD-BDD4-2D29EB774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CC507-A402-ADFB-A23D-DFD78A05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ED91-50B7-4135-9AEE-C5CC5DA3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87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1D898-654A-52C8-A9CE-F113AF06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F56F8-38EE-048B-B3A8-3B3C0B2CD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0FB4B-BD9B-65F0-14F4-F9F2D5D3B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DF8-9A36-4C6D-AEE1-3CBA57072140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66F98-BE5D-273F-5992-8D4F742E5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F3820-85C4-D6E5-DBF7-16B68E5F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ED91-50B7-4135-9AEE-C5CC5DA3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7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294B-0418-D049-3C42-E5B42210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562ED-4BAA-5B43-6F89-E357C143E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B59DE-1C93-A327-A690-E0E57F238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E1D66-9F8F-3D98-9409-683FA2749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DF8-9A36-4C6D-AEE1-3CBA57072140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8DBEB-ECF7-D758-C2BC-81C07142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DA83B-EBC7-B5F9-35E6-06F962FC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ED91-50B7-4135-9AEE-C5CC5DA3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79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85CEC-35BC-D748-CCE6-74DEFDA4F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DBE37-F73F-F448-FCD5-32DE758B1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CFB70-45DE-AF14-FB2B-693CD788A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F27C9B-E822-FE62-8FB1-7CB4EF94D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C0A2F1-0C0C-3A44-5552-F67B5428C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F303DF-35FB-3287-8E64-0BAA905CB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DF8-9A36-4C6D-AEE1-3CBA57072140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857524-AA6C-B439-4AB9-61F61F753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EDBD61-4428-159B-33AA-7EAC3591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ED91-50B7-4135-9AEE-C5CC5DA3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9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14A02-D6A5-5FD8-6666-753A2DBB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C5FACC-3090-DA84-7E6A-3F7103C1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DF8-9A36-4C6D-AEE1-3CBA57072140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E3CA60-81A5-F825-BB06-D3BE5C887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1E022-5069-3330-D713-25D75C0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ED91-50B7-4135-9AEE-C5CC5DA3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8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8B8950-2D04-C4EA-CD14-26543BD9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DF8-9A36-4C6D-AEE1-3CBA57072140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10F580-7B51-463A-6790-B441D7BCC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E8490-9FB4-A460-567D-54B10AC5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ED91-50B7-4135-9AEE-C5CC5DA3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18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A457F-AC00-5AEC-9D07-07B4AFCE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8F86A-FB30-9C99-C540-D8AF6E343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3CA2A-50E6-13A1-4EF4-3A355873B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32E60-8098-67DA-C60D-5EF6B8ED9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DF8-9A36-4C6D-AEE1-3CBA57072140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D4203-8561-6393-5110-DECDEE67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6E7C4-4386-A535-6899-1EA886C1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ED91-50B7-4135-9AEE-C5CC5DA3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8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B748A-04FB-1F47-BC0C-6D1221A8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630F19-0000-827B-7BF7-D3B1A353C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B392B-F303-5923-1A1A-E753D982E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0F5F7-994E-9D42-88D6-FA23A3017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DF8-9A36-4C6D-AEE1-3CBA57072140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2FC46-A214-B6D4-8147-525E4220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E904A-3246-800D-33C4-331098076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ED91-50B7-4135-9AEE-C5CC5DA3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4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AEEE-91E3-D851-6DB1-1564FA151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3826F-59EF-D303-49AE-43914F936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F1066-361F-EDA4-F8B6-52D020366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DF8-9A36-4C6D-AEE1-3CBA57072140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94C01-D1D0-D67E-AF4E-8F0B3085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46A9D-DD4E-6177-C6CA-6C5FAA58C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ED91-50B7-4135-9AEE-C5CC5DA3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32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797207-C9EF-8FE3-1723-D967AD100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33CBF-D1E1-7F3B-5BF4-C79FA5F04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07A92-0774-F8F0-EC9F-88A810DB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DF8-9A36-4C6D-AEE1-3CBA57072140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E3156-E36C-7221-B0AE-DE0AEE31A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48E67-A158-2080-9F42-02BC8F9DF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ED91-50B7-4135-9AEE-C5CC5DA3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7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50000"/>
                <a:lumOff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280B45-BE3D-3108-7A42-BACA8CB3A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AD576-716F-AADF-BF72-112EE8CD6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85C2B-8FF7-1F6B-6C62-5D84FBEF3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9BDF8-9A36-4C6D-AEE1-3CBA57072140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264F0-7CAA-9A58-98A6-24ABE7C11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A8D7F-4F00-9EC0-2805-87B322334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BED91-50B7-4135-9AEE-C5CC5DA3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80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EC58-14DF-EEC2-7D94-C40763086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3857"/>
            <a:ext cx="9144000" cy="2387600"/>
          </a:xfrm>
        </p:spPr>
        <p:txBody>
          <a:bodyPr>
            <a:normAutofit/>
          </a:bodyPr>
          <a:lstStyle/>
          <a:p>
            <a:r>
              <a:rPr lang="en-US" sz="7200" b="1" dirty="0"/>
              <a:t>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298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525E-BB7F-B100-6276-E4400DFB0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172FF1-9C36-2FE4-DC96-615706D39B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172FF1-9C36-2FE4-DC96-615706D39B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C318264-F3CE-8F2F-DE2C-30949523D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414" y="1027906"/>
            <a:ext cx="5127193" cy="5149057"/>
          </a:xfrm>
          <a:prstGeom prst="rect">
            <a:avLst/>
          </a:prstGeom>
        </p:spPr>
      </p:pic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DC7FA625-B969-BA60-29C3-8556C4062594}"/>
              </a:ext>
            </a:extLst>
          </p:cNvPr>
          <p:cNvSpPr/>
          <p:nvPr/>
        </p:nvSpPr>
        <p:spPr>
          <a:xfrm>
            <a:off x="8310623" y="4027990"/>
            <a:ext cx="81023" cy="6944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1BBCAD0E-F78E-87D2-15BA-29481BA315CA}"/>
              </a:ext>
            </a:extLst>
          </p:cNvPr>
          <p:cNvSpPr/>
          <p:nvPr/>
        </p:nvSpPr>
        <p:spPr>
          <a:xfrm>
            <a:off x="9468091" y="2835797"/>
            <a:ext cx="57874" cy="8102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9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525E-BB7F-B100-6276-E4400DFB0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172FF1-9C36-2FE4-DC96-615706D39B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172FF1-9C36-2FE4-DC96-615706D39B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C318264-F3CE-8F2F-DE2C-30949523D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414" y="1027906"/>
            <a:ext cx="5127193" cy="5149057"/>
          </a:xfrm>
          <a:prstGeom prst="rect">
            <a:avLst/>
          </a:prstGeom>
        </p:spPr>
      </p:pic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DC7FA625-B969-BA60-29C3-8556C4062594}"/>
              </a:ext>
            </a:extLst>
          </p:cNvPr>
          <p:cNvSpPr/>
          <p:nvPr/>
        </p:nvSpPr>
        <p:spPr>
          <a:xfrm>
            <a:off x="8310623" y="4027990"/>
            <a:ext cx="81023" cy="6944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1BBCAD0E-F78E-87D2-15BA-29481BA315CA}"/>
              </a:ext>
            </a:extLst>
          </p:cNvPr>
          <p:cNvSpPr/>
          <p:nvPr/>
        </p:nvSpPr>
        <p:spPr>
          <a:xfrm>
            <a:off x="9468091" y="2835797"/>
            <a:ext cx="57874" cy="8102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4F5283-5BF8-9B75-5BF1-1B59B028019D}"/>
              </a:ext>
            </a:extLst>
          </p:cNvPr>
          <p:cNvCxnSpPr>
            <a:stCxn id="13" idx="3"/>
            <a:endCxn id="12" idx="7"/>
          </p:cNvCxnSpPr>
          <p:nvPr/>
        </p:nvCxnSpPr>
        <p:spPr>
          <a:xfrm flipH="1">
            <a:off x="8379780" y="2904954"/>
            <a:ext cx="1096786" cy="11332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29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525E-BB7F-B100-6276-E4400DFB0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172FF1-9C36-2FE4-DC96-615706D39B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1371600" lvl="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4400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1371600" lvl="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𝑚𝑋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4400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172FF1-9C36-2FE4-DC96-615706D39B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C318264-F3CE-8F2F-DE2C-30949523D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414" y="1027906"/>
            <a:ext cx="5127193" cy="5149057"/>
          </a:xfrm>
          <a:prstGeom prst="rect">
            <a:avLst/>
          </a:prstGeom>
        </p:spPr>
      </p:pic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DC7FA625-B969-BA60-29C3-8556C4062594}"/>
              </a:ext>
            </a:extLst>
          </p:cNvPr>
          <p:cNvSpPr/>
          <p:nvPr/>
        </p:nvSpPr>
        <p:spPr>
          <a:xfrm>
            <a:off x="8310623" y="4027990"/>
            <a:ext cx="81023" cy="6944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1BBCAD0E-F78E-87D2-15BA-29481BA315CA}"/>
              </a:ext>
            </a:extLst>
          </p:cNvPr>
          <p:cNvSpPr/>
          <p:nvPr/>
        </p:nvSpPr>
        <p:spPr>
          <a:xfrm>
            <a:off x="9468091" y="2835797"/>
            <a:ext cx="57874" cy="8102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4F5283-5BF8-9B75-5BF1-1B59B028019D}"/>
              </a:ext>
            </a:extLst>
          </p:cNvPr>
          <p:cNvCxnSpPr>
            <a:cxnSpLocks/>
            <a:stCxn id="13" idx="3"/>
            <a:endCxn id="12" idx="7"/>
          </p:cNvCxnSpPr>
          <p:nvPr/>
        </p:nvCxnSpPr>
        <p:spPr>
          <a:xfrm flipH="1">
            <a:off x="8379780" y="2904954"/>
            <a:ext cx="1096786" cy="11332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Cloud 3">
            <a:extLst>
              <a:ext uri="{FF2B5EF4-FFF2-40B4-BE49-F238E27FC236}">
                <a16:creationId xmlns:a16="http://schemas.microsoft.com/office/drawing/2014/main" id="{FC8A931A-5394-5C9A-3AAD-1685CBC796F6}"/>
              </a:ext>
            </a:extLst>
          </p:cNvPr>
          <p:cNvSpPr/>
          <p:nvPr/>
        </p:nvSpPr>
        <p:spPr>
          <a:xfrm>
            <a:off x="277792" y="3266768"/>
            <a:ext cx="1713053" cy="101857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y-coordinate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A61218-9766-4638-244C-A41F876E8245}"/>
              </a:ext>
            </a:extLst>
          </p:cNvPr>
          <p:cNvCxnSpPr>
            <a:cxnSpLocks/>
            <a:stCxn id="4" idx="0"/>
          </p:cNvCxnSpPr>
          <p:nvPr/>
        </p:nvCxnSpPr>
        <p:spPr>
          <a:xfrm>
            <a:off x="1989417" y="3776054"/>
            <a:ext cx="302370" cy="286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loud 9">
            <a:extLst>
              <a:ext uri="{FF2B5EF4-FFF2-40B4-BE49-F238E27FC236}">
                <a16:creationId xmlns:a16="http://schemas.microsoft.com/office/drawing/2014/main" id="{696D0FAB-0BF5-B2D2-2743-14322072B798}"/>
              </a:ext>
            </a:extLst>
          </p:cNvPr>
          <p:cNvSpPr/>
          <p:nvPr/>
        </p:nvSpPr>
        <p:spPr>
          <a:xfrm>
            <a:off x="1597307" y="4926802"/>
            <a:ext cx="1979270" cy="118650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Slope/Gradiant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88A2A9-BAC9-F828-7E04-F1E3C28AB0AF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586942" y="4397178"/>
            <a:ext cx="734992" cy="597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loud 15">
            <a:extLst>
              <a:ext uri="{FF2B5EF4-FFF2-40B4-BE49-F238E27FC236}">
                <a16:creationId xmlns:a16="http://schemas.microsoft.com/office/drawing/2014/main" id="{B285EB53-6F74-9134-4630-784718F92445}"/>
              </a:ext>
            </a:extLst>
          </p:cNvPr>
          <p:cNvSpPr/>
          <p:nvPr/>
        </p:nvSpPr>
        <p:spPr>
          <a:xfrm>
            <a:off x="2157414" y="2769231"/>
            <a:ext cx="1713053" cy="101857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x-coordinate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460B8C-4718-A32E-C4C0-CB6306C6C6F6}"/>
              </a:ext>
            </a:extLst>
          </p:cNvPr>
          <p:cNvCxnSpPr>
            <a:stCxn id="16" idx="0"/>
          </p:cNvCxnSpPr>
          <p:nvPr/>
        </p:nvCxnSpPr>
        <p:spPr>
          <a:xfrm>
            <a:off x="3869039" y="3278517"/>
            <a:ext cx="105311" cy="509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loud 18">
            <a:extLst>
              <a:ext uri="{FF2B5EF4-FFF2-40B4-BE49-F238E27FC236}">
                <a16:creationId xmlns:a16="http://schemas.microsoft.com/office/drawing/2014/main" id="{F0B093AA-C0D7-E693-2B8F-2F26CECBCA43}"/>
              </a:ext>
            </a:extLst>
          </p:cNvPr>
          <p:cNvSpPr/>
          <p:nvPr/>
        </p:nvSpPr>
        <p:spPr>
          <a:xfrm>
            <a:off x="4381588" y="4926802"/>
            <a:ext cx="1562293" cy="101857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y-intercept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C61F982-A9AC-2617-3E31-96E0AFCEB7FA}"/>
              </a:ext>
            </a:extLst>
          </p:cNvPr>
          <p:cNvCxnSpPr>
            <a:stCxn id="19" idx="3"/>
          </p:cNvCxnSpPr>
          <p:nvPr/>
        </p:nvCxnSpPr>
        <p:spPr>
          <a:xfrm flipH="1" flipV="1">
            <a:off x="5023413" y="4397178"/>
            <a:ext cx="139322" cy="587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0CC5ADCA-43B0-2F05-7C37-88DD67F8124C}"/>
              </a:ext>
            </a:extLst>
          </p:cNvPr>
          <p:cNvSpPr/>
          <p:nvPr/>
        </p:nvSpPr>
        <p:spPr>
          <a:xfrm rot="5400000">
            <a:off x="8596365" y="3142792"/>
            <a:ext cx="449929" cy="469358"/>
          </a:xfrm>
          <a:prstGeom prst="arc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9194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6" grpId="0" animBg="1"/>
      <p:bldP spid="19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EE23-97FF-D232-8D92-5B915A8D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C7DE845-EEFF-3758-2DDF-F5259283F93E}"/>
              </a:ext>
            </a:extLst>
          </p:cNvPr>
          <p:cNvSpPr/>
          <p:nvPr/>
        </p:nvSpPr>
        <p:spPr>
          <a:xfrm>
            <a:off x="7382864" y="3362325"/>
            <a:ext cx="114300" cy="13335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775A840-9111-FD3D-49C4-2701063232D5}"/>
              </a:ext>
            </a:extLst>
          </p:cNvPr>
          <p:cNvSpPr/>
          <p:nvPr/>
        </p:nvSpPr>
        <p:spPr>
          <a:xfrm>
            <a:off x="8410575" y="2549216"/>
            <a:ext cx="114300" cy="13335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8B082D-4263-40CD-2F4D-D576D9980BF3}"/>
                  </a:ext>
                </a:extLst>
              </p:cNvPr>
              <p:cNvSpPr txBox="1"/>
              <p:nvPr/>
            </p:nvSpPr>
            <p:spPr>
              <a:xfrm>
                <a:off x="7000875" y="3612415"/>
                <a:ext cx="9925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8B082D-4263-40CD-2F4D-D576D9980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875" y="3612415"/>
                <a:ext cx="992579" cy="461665"/>
              </a:xfrm>
              <a:prstGeom prst="rect">
                <a:avLst/>
              </a:prstGeom>
              <a:blipFill>
                <a:blip r:embed="rId2"/>
                <a:stretch>
                  <a:fillRect l="-1227" r="-1840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5EB900-BCCB-E5A6-E860-DA89A0240FD2}"/>
                  </a:ext>
                </a:extLst>
              </p:cNvPr>
              <p:cNvSpPr txBox="1"/>
              <p:nvPr/>
            </p:nvSpPr>
            <p:spPr>
              <a:xfrm>
                <a:off x="8096250" y="2831365"/>
                <a:ext cx="6477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5EB900-BCCB-E5A6-E860-DA89A0240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250" y="2831365"/>
                <a:ext cx="647700" cy="461665"/>
              </a:xfrm>
              <a:prstGeom prst="rect">
                <a:avLst/>
              </a:prstGeom>
              <a:blipFill>
                <a:blip r:embed="rId3"/>
                <a:stretch>
                  <a:fillRect l="-7547" r="-50000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B6F093-CAC8-3D2A-DE94-7A58AB342295}"/>
              </a:ext>
            </a:extLst>
          </p:cNvPr>
          <p:cNvCxnSpPr>
            <a:cxnSpLocks/>
            <a:stCxn id="4" idx="7"/>
            <a:endCxn id="7" idx="3"/>
          </p:cNvCxnSpPr>
          <p:nvPr/>
        </p:nvCxnSpPr>
        <p:spPr>
          <a:xfrm flipV="1">
            <a:off x="7480425" y="2663037"/>
            <a:ext cx="946889" cy="718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5DC93-73CE-786F-8CE3-2CA824B4C10C}"/>
                  </a:ext>
                </a:extLst>
              </p:cNvPr>
              <p:cNvSpPr txBox="1"/>
              <p:nvPr/>
            </p:nvSpPr>
            <p:spPr>
              <a:xfrm>
                <a:off x="838199" y="2103715"/>
                <a:ext cx="4962525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− 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  <a:p>
                <a:pPr/>
                <a:endParaRPr lang="en-US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5DC93-73CE-786F-8CE3-2CA824B4C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103715"/>
                <a:ext cx="4962525" cy="1569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032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EE23-97FF-D232-8D92-5B915A8D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C7DE845-EEFF-3758-2DDF-F5259283F93E}"/>
              </a:ext>
            </a:extLst>
          </p:cNvPr>
          <p:cNvSpPr/>
          <p:nvPr/>
        </p:nvSpPr>
        <p:spPr>
          <a:xfrm>
            <a:off x="7382864" y="3362325"/>
            <a:ext cx="114300" cy="13335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775A840-9111-FD3D-49C4-2701063232D5}"/>
              </a:ext>
            </a:extLst>
          </p:cNvPr>
          <p:cNvSpPr/>
          <p:nvPr/>
        </p:nvSpPr>
        <p:spPr>
          <a:xfrm>
            <a:off x="8410575" y="2549216"/>
            <a:ext cx="114300" cy="13335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8B082D-4263-40CD-2F4D-D576D9980BF3}"/>
                  </a:ext>
                </a:extLst>
              </p:cNvPr>
              <p:cNvSpPr txBox="1"/>
              <p:nvPr/>
            </p:nvSpPr>
            <p:spPr>
              <a:xfrm>
                <a:off x="7000875" y="3612415"/>
                <a:ext cx="9925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8B082D-4263-40CD-2F4D-D576D9980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875" y="3612415"/>
                <a:ext cx="992579" cy="461665"/>
              </a:xfrm>
              <a:prstGeom prst="rect">
                <a:avLst/>
              </a:prstGeom>
              <a:blipFill>
                <a:blip r:embed="rId2"/>
                <a:stretch>
                  <a:fillRect l="-1227" r="-1840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5EB900-BCCB-E5A6-E860-DA89A0240FD2}"/>
                  </a:ext>
                </a:extLst>
              </p:cNvPr>
              <p:cNvSpPr txBox="1"/>
              <p:nvPr/>
            </p:nvSpPr>
            <p:spPr>
              <a:xfrm>
                <a:off x="8096250" y="2831365"/>
                <a:ext cx="6477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5EB900-BCCB-E5A6-E860-DA89A0240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250" y="2831365"/>
                <a:ext cx="647700" cy="461665"/>
              </a:xfrm>
              <a:prstGeom prst="rect">
                <a:avLst/>
              </a:prstGeom>
              <a:blipFill>
                <a:blip r:embed="rId3"/>
                <a:stretch>
                  <a:fillRect l="-7547" r="-50000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B6F093-CAC8-3D2A-DE94-7A58AB342295}"/>
              </a:ext>
            </a:extLst>
          </p:cNvPr>
          <p:cNvCxnSpPr>
            <a:cxnSpLocks/>
            <a:stCxn id="4" idx="7"/>
            <a:endCxn id="7" idx="3"/>
          </p:cNvCxnSpPr>
          <p:nvPr/>
        </p:nvCxnSpPr>
        <p:spPr>
          <a:xfrm flipV="1">
            <a:off x="7480425" y="2663037"/>
            <a:ext cx="946889" cy="718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5DC93-73CE-786F-8CE3-2CA824B4C10C}"/>
                  </a:ext>
                </a:extLst>
              </p:cNvPr>
              <p:cNvSpPr txBox="1"/>
              <p:nvPr/>
            </p:nvSpPr>
            <p:spPr>
              <a:xfrm>
                <a:off x="838199" y="2103715"/>
                <a:ext cx="4962525" cy="228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b="1" dirty="0"/>
              </a:p>
              <a:p>
                <a:endParaRPr lang="en-US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5DC93-73CE-786F-8CE3-2CA824B4C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103715"/>
                <a:ext cx="4962525" cy="22824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03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EE23-97FF-D232-8D92-5B915A8D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C7DE845-EEFF-3758-2DDF-F5259283F93E}"/>
              </a:ext>
            </a:extLst>
          </p:cNvPr>
          <p:cNvSpPr/>
          <p:nvPr/>
        </p:nvSpPr>
        <p:spPr>
          <a:xfrm>
            <a:off x="5187251" y="2503797"/>
            <a:ext cx="114300" cy="13335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775A840-9111-FD3D-49C4-2701063232D5}"/>
              </a:ext>
            </a:extLst>
          </p:cNvPr>
          <p:cNvSpPr/>
          <p:nvPr/>
        </p:nvSpPr>
        <p:spPr>
          <a:xfrm>
            <a:off x="6214962" y="1690688"/>
            <a:ext cx="114300" cy="13335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8B082D-4263-40CD-2F4D-D576D9980BF3}"/>
                  </a:ext>
                </a:extLst>
              </p:cNvPr>
              <p:cNvSpPr txBox="1"/>
              <p:nvPr/>
            </p:nvSpPr>
            <p:spPr>
              <a:xfrm>
                <a:off x="4805262" y="2753887"/>
                <a:ext cx="129073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8B082D-4263-40CD-2F4D-D576D9980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262" y="2753887"/>
                <a:ext cx="1290738" cy="461665"/>
              </a:xfrm>
              <a:prstGeom prst="rect">
                <a:avLst/>
              </a:prstGeom>
              <a:blipFill>
                <a:blip r:embed="rId2"/>
                <a:stretch>
                  <a:fillRect l="-472" r="-943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5EB900-BCCB-E5A6-E860-DA89A0240FD2}"/>
                  </a:ext>
                </a:extLst>
              </p:cNvPr>
              <p:cNvSpPr txBox="1"/>
              <p:nvPr/>
            </p:nvSpPr>
            <p:spPr>
              <a:xfrm>
                <a:off x="5900637" y="1972837"/>
                <a:ext cx="6477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5EB900-BCCB-E5A6-E860-DA89A0240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637" y="1972837"/>
                <a:ext cx="647700" cy="461665"/>
              </a:xfrm>
              <a:prstGeom prst="rect">
                <a:avLst/>
              </a:prstGeom>
              <a:blipFill>
                <a:blip r:embed="rId3"/>
                <a:stretch>
                  <a:fillRect l="-8491" r="-95283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B6F093-CAC8-3D2A-DE94-7A58AB342295}"/>
              </a:ext>
            </a:extLst>
          </p:cNvPr>
          <p:cNvCxnSpPr>
            <a:cxnSpLocks/>
            <a:stCxn id="4" idx="7"/>
            <a:endCxn id="7" idx="3"/>
          </p:cNvCxnSpPr>
          <p:nvPr/>
        </p:nvCxnSpPr>
        <p:spPr>
          <a:xfrm flipV="1">
            <a:off x="5284812" y="1804509"/>
            <a:ext cx="946889" cy="718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5DC93-73CE-786F-8CE3-2CA824B4C10C}"/>
                  </a:ext>
                </a:extLst>
              </p:cNvPr>
              <p:cNvSpPr txBox="1"/>
              <p:nvPr/>
            </p:nvSpPr>
            <p:spPr>
              <a:xfrm>
                <a:off x="838199" y="2103715"/>
                <a:ext cx="4962525" cy="3267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b="1" dirty="0"/>
              </a:p>
              <a:p>
                <a:endParaRPr lang="en-US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5DC93-73CE-786F-8CE3-2CA824B4C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103715"/>
                <a:ext cx="4962525" cy="32678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874EF98-516E-B98E-CC77-6CCC653F32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412" y="1757363"/>
            <a:ext cx="463867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8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EEA8-0F9A-E78A-8067-6B0074B4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C7DA12-5A33-E598-0B88-E1827C767363}"/>
                  </a:ext>
                </a:extLst>
              </p:cNvPr>
              <p:cNvSpPr txBox="1"/>
              <p:nvPr/>
            </p:nvSpPr>
            <p:spPr>
              <a:xfrm>
                <a:off x="2438400" y="2596324"/>
                <a:ext cx="4678204" cy="1557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C7DA12-5A33-E598-0B88-E1827C767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596324"/>
                <a:ext cx="4678204" cy="15573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065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EEA8-0F9A-E78A-8067-6B0074B4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Matrices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76640A-1CD3-BD1D-C310-5D5B35345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0379" y="1690688"/>
            <a:ext cx="8256106" cy="4104818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1DF1E-455E-6714-C44B-5C486B66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127750"/>
            <a:ext cx="5762624" cy="365125"/>
          </a:xfrm>
        </p:spPr>
        <p:txBody>
          <a:bodyPr/>
          <a:lstStyle/>
          <a:p>
            <a:pPr algn="l"/>
            <a:r>
              <a:rPr lang="en-US" dirty="0"/>
              <a:t>https://motion.cs.illinois.edu/RoboticSystems/CoordinateTransformations.html</a:t>
            </a:r>
          </a:p>
        </p:txBody>
      </p:sp>
    </p:spTree>
    <p:extLst>
      <p:ext uri="{BB962C8B-B14F-4D97-AF65-F5344CB8AC3E}">
        <p14:creationId xmlns:p14="http://schemas.microsoft.com/office/powerpoint/2010/main" val="2031495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EEA8-0F9A-E78A-8067-6B0074B4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Operations with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Addition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764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EEA8-0F9A-E78A-8067-6B0074B4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Operations with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Multiplication by scaler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686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EEA8-0F9A-E78A-8067-6B0074B4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Operations with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Multiply two matrices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09CC08-802F-C3A7-CAF1-7FE7E778F021}"/>
              </a:ext>
            </a:extLst>
          </p:cNvPr>
          <p:cNvSpPr/>
          <p:nvPr/>
        </p:nvSpPr>
        <p:spPr>
          <a:xfrm>
            <a:off x="2886075" y="2895600"/>
            <a:ext cx="819150" cy="3651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5A6633-E119-00E2-9BE1-6A5D6C95C412}"/>
              </a:ext>
            </a:extLst>
          </p:cNvPr>
          <p:cNvSpPr/>
          <p:nvPr/>
        </p:nvSpPr>
        <p:spPr>
          <a:xfrm>
            <a:off x="4210049" y="2895600"/>
            <a:ext cx="409576" cy="762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543E96-930A-9769-4DB8-C3D21824A681}"/>
              </a:ext>
            </a:extLst>
          </p:cNvPr>
          <p:cNvSpPr/>
          <p:nvPr/>
        </p:nvSpPr>
        <p:spPr>
          <a:xfrm>
            <a:off x="5753100" y="2895599"/>
            <a:ext cx="1323974" cy="3651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1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EEA8-0F9A-E78A-8067-6B0074B4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Operations with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Multiply two matrices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09CC08-802F-C3A7-CAF1-7FE7E778F021}"/>
              </a:ext>
            </a:extLst>
          </p:cNvPr>
          <p:cNvSpPr/>
          <p:nvPr/>
        </p:nvSpPr>
        <p:spPr>
          <a:xfrm>
            <a:off x="2886075" y="2895600"/>
            <a:ext cx="819150" cy="3651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5A6633-E119-00E2-9BE1-6A5D6C95C412}"/>
              </a:ext>
            </a:extLst>
          </p:cNvPr>
          <p:cNvSpPr/>
          <p:nvPr/>
        </p:nvSpPr>
        <p:spPr>
          <a:xfrm>
            <a:off x="4719637" y="2879724"/>
            <a:ext cx="409576" cy="762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543E96-930A-9769-4DB8-C3D21824A681}"/>
              </a:ext>
            </a:extLst>
          </p:cNvPr>
          <p:cNvSpPr/>
          <p:nvPr/>
        </p:nvSpPr>
        <p:spPr>
          <a:xfrm>
            <a:off x="7324725" y="2860673"/>
            <a:ext cx="1323974" cy="3651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824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EEA8-0F9A-E78A-8067-6B0074B4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Operations with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Multiply two matrices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09CC08-802F-C3A7-CAF1-7FE7E778F021}"/>
              </a:ext>
            </a:extLst>
          </p:cNvPr>
          <p:cNvSpPr/>
          <p:nvPr/>
        </p:nvSpPr>
        <p:spPr>
          <a:xfrm>
            <a:off x="2881313" y="3276599"/>
            <a:ext cx="819150" cy="3651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5A6633-E119-00E2-9BE1-6A5D6C95C412}"/>
              </a:ext>
            </a:extLst>
          </p:cNvPr>
          <p:cNvSpPr/>
          <p:nvPr/>
        </p:nvSpPr>
        <p:spPr>
          <a:xfrm>
            <a:off x="4210048" y="2895599"/>
            <a:ext cx="409576" cy="762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543E96-930A-9769-4DB8-C3D21824A681}"/>
              </a:ext>
            </a:extLst>
          </p:cNvPr>
          <p:cNvSpPr/>
          <p:nvPr/>
        </p:nvSpPr>
        <p:spPr>
          <a:xfrm>
            <a:off x="5748337" y="3292474"/>
            <a:ext cx="1323974" cy="3651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6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EEA8-0F9A-E78A-8067-6B0074B4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Operations with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Multiply two matrices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09CC08-802F-C3A7-CAF1-7FE7E778F021}"/>
              </a:ext>
            </a:extLst>
          </p:cNvPr>
          <p:cNvSpPr/>
          <p:nvPr/>
        </p:nvSpPr>
        <p:spPr>
          <a:xfrm>
            <a:off x="2881313" y="3276599"/>
            <a:ext cx="819150" cy="3651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5A6633-E119-00E2-9BE1-6A5D6C95C412}"/>
              </a:ext>
            </a:extLst>
          </p:cNvPr>
          <p:cNvSpPr/>
          <p:nvPr/>
        </p:nvSpPr>
        <p:spPr>
          <a:xfrm>
            <a:off x="4714874" y="2879723"/>
            <a:ext cx="409576" cy="762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543E96-930A-9769-4DB8-C3D21824A681}"/>
              </a:ext>
            </a:extLst>
          </p:cNvPr>
          <p:cNvSpPr/>
          <p:nvPr/>
        </p:nvSpPr>
        <p:spPr>
          <a:xfrm>
            <a:off x="7300912" y="3276599"/>
            <a:ext cx="1323974" cy="3651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79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EEA8-0F9A-E78A-8067-6B0074B4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Operations with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Multiply two matrices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mr>
                              </m: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</m: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063D465-1329-2D00-E4A3-45B1C7FF16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047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2BA-06B4-6856-0978-6DE58986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738AE-3B89-F358-B73B-BD112FB034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35133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	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738AE-3B89-F358-B73B-BD112FB034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3513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Striped Right 3">
            <a:extLst>
              <a:ext uri="{FF2B5EF4-FFF2-40B4-BE49-F238E27FC236}">
                <a16:creationId xmlns:a16="http://schemas.microsoft.com/office/drawing/2014/main" id="{82143806-15FD-8061-F38F-681DDFC5D1C6}"/>
              </a:ext>
            </a:extLst>
          </p:cNvPr>
          <p:cNvSpPr/>
          <p:nvPr/>
        </p:nvSpPr>
        <p:spPr>
          <a:xfrm>
            <a:off x="4943475" y="3181798"/>
            <a:ext cx="962025" cy="771525"/>
          </a:xfrm>
          <a:prstGeom prst="strip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4C8E10-E6B3-487A-025D-1955228AE486}"/>
                  </a:ext>
                </a:extLst>
              </p:cNvPr>
              <p:cNvSpPr txBox="1"/>
              <p:nvPr/>
            </p:nvSpPr>
            <p:spPr>
              <a:xfrm>
                <a:off x="6286502" y="2951609"/>
                <a:ext cx="3724273" cy="1240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4C8E10-E6B3-487A-025D-1955228AE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2" y="2951609"/>
                <a:ext cx="3724273" cy="12405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23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2BA-06B4-6856-0978-6DE58986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738AE-3B89-F358-B73B-BD112FB034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35133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	</a:t>
                </a:r>
              </a:p>
              <a:p>
                <a:pPr marL="0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sz="40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sz="4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738AE-3B89-F358-B73B-BD112FB034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3513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102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2BA-06B4-6856-0978-6DE58986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738AE-3B89-F358-B73B-BD112FB034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35133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	</a:t>
                </a:r>
              </a:p>
              <a:p>
                <a:pPr marL="0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40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738AE-3B89-F358-B73B-BD112FB034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3513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B88525-F083-DFA2-B877-77C4655BBE03}"/>
                  </a:ext>
                </a:extLst>
              </p:cNvPr>
              <p:cNvSpPr txBox="1"/>
              <p:nvPr/>
            </p:nvSpPr>
            <p:spPr>
              <a:xfrm>
                <a:off x="4314827" y="2188468"/>
                <a:ext cx="3724273" cy="1266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B88525-F083-DFA2-B877-77C4655BB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27" y="2188468"/>
                <a:ext cx="3724273" cy="12661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575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2BA-06B4-6856-0978-6DE58986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C700CE-799F-FE22-E2FB-941C7674B3B6}"/>
                  </a:ext>
                </a:extLst>
              </p:cNvPr>
              <p:cNvSpPr txBox="1"/>
              <p:nvPr/>
            </p:nvSpPr>
            <p:spPr>
              <a:xfrm>
                <a:off x="3533777" y="1780034"/>
                <a:ext cx="3724273" cy="1240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C700CE-799F-FE22-E2FB-941C7674B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777" y="1780034"/>
                <a:ext cx="3724273" cy="12405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82A013-4A4C-6D8E-DD45-6C21F242A229}"/>
                  </a:ext>
                </a:extLst>
              </p:cNvPr>
              <p:cNvSpPr txBox="1"/>
              <p:nvPr/>
            </p:nvSpPr>
            <p:spPr>
              <a:xfrm>
                <a:off x="3338515" y="3837034"/>
                <a:ext cx="3919535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82A013-4A4C-6D8E-DD45-6C21F242A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515" y="3837034"/>
                <a:ext cx="3919535" cy="1231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955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2BA-06B4-6856-0978-6DE58986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C700CE-799F-FE22-E2FB-941C7674B3B6}"/>
                  </a:ext>
                </a:extLst>
              </p:cNvPr>
              <p:cNvSpPr txBox="1"/>
              <p:nvPr/>
            </p:nvSpPr>
            <p:spPr>
              <a:xfrm>
                <a:off x="1019177" y="1932434"/>
                <a:ext cx="3724273" cy="1240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C700CE-799F-FE22-E2FB-941C7674B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7" y="1932434"/>
                <a:ext cx="3724273" cy="12405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64CD17-29FF-ED06-2535-2FA37C9B8070}"/>
                  </a:ext>
                </a:extLst>
              </p:cNvPr>
              <p:cNvSpPr txBox="1"/>
              <p:nvPr/>
            </p:nvSpPr>
            <p:spPr>
              <a:xfrm>
                <a:off x="4867275" y="2414200"/>
                <a:ext cx="13706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64CD17-29FF-ED06-2535-2FA37C9B8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275" y="2414200"/>
                <a:ext cx="1370632" cy="276999"/>
              </a:xfrm>
              <a:prstGeom prst="rect">
                <a:avLst/>
              </a:prstGeom>
              <a:blipFill>
                <a:blip r:embed="rId3"/>
                <a:stretch>
                  <a:fillRect l="-2222" r="-1333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5B7193-871D-2CE9-89E0-C5E4FD848B21}"/>
                  </a:ext>
                </a:extLst>
              </p:cNvPr>
              <p:cNvSpPr txBox="1"/>
              <p:nvPr/>
            </p:nvSpPr>
            <p:spPr>
              <a:xfrm>
                <a:off x="4885357" y="2781299"/>
                <a:ext cx="13706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5B7193-871D-2CE9-89E0-C5E4FD848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357" y="2781299"/>
                <a:ext cx="1370632" cy="276999"/>
              </a:xfrm>
              <a:prstGeom prst="rect">
                <a:avLst/>
              </a:prstGeom>
              <a:blipFill>
                <a:blip r:embed="rId4"/>
                <a:stretch>
                  <a:fillRect l="-2222" r="-1333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2E7F2F-F019-EAC4-C95D-173C31C7EB2D}"/>
                  </a:ext>
                </a:extLst>
              </p:cNvPr>
              <p:cNvSpPr txBox="1"/>
              <p:nvPr/>
            </p:nvSpPr>
            <p:spPr>
              <a:xfrm>
                <a:off x="1019177" y="4008884"/>
                <a:ext cx="3848098" cy="12377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2E7F2F-F019-EAC4-C95D-173C31C7E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7" y="4008884"/>
                <a:ext cx="3848098" cy="12377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5E162F-56E9-180E-50C5-451150661F81}"/>
                  </a:ext>
                </a:extLst>
              </p:cNvPr>
              <p:cNvSpPr txBox="1"/>
              <p:nvPr/>
            </p:nvSpPr>
            <p:spPr>
              <a:xfrm>
                <a:off x="5019675" y="4660689"/>
                <a:ext cx="1365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5E162F-56E9-180E-50C5-451150661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675" y="4660689"/>
                <a:ext cx="1365309" cy="276999"/>
              </a:xfrm>
              <a:prstGeom prst="rect">
                <a:avLst/>
              </a:prstGeom>
              <a:blipFill>
                <a:blip r:embed="rId6"/>
                <a:stretch>
                  <a:fillRect l="-2232" r="-1339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474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2BA-06B4-6856-0978-6DE58986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C700CE-799F-FE22-E2FB-941C7674B3B6}"/>
                  </a:ext>
                </a:extLst>
              </p:cNvPr>
              <p:cNvSpPr txBox="1"/>
              <p:nvPr/>
            </p:nvSpPr>
            <p:spPr>
              <a:xfrm>
                <a:off x="1019177" y="1932434"/>
                <a:ext cx="3848098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C700CE-799F-FE22-E2FB-941C7674B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7" y="1932434"/>
                <a:ext cx="3848098" cy="12317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64CD17-29FF-ED06-2535-2FA37C9B8070}"/>
                  </a:ext>
                </a:extLst>
              </p:cNvPr>
              <p:cNvSpPr txBox="1"/>
              <p:nvPr/>
            </p:nvSpPr>
            <p:spPr>
              <a:xfrm>
                <a:off x="5114925" y="2389237"/>
                <a:ext cx="12028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64CD17-29FF-ED06-2535-2FA37C9B8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925" y="2389237"/>
                <a:ext cx="1202830" cy="276999"/>
              </a:xfrm>
              <a:prstGeom prst="rect">
                <a:avLst/>
              </a:prstGeom>
              <a:blipFill>
                <a:blip r:embed="rId3"/>
                <a:stretch>
                  <a:fillRect l="-2538" r="-203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5B7193-871D-2CE9-89E0-C5E4FD848B21}"/>
                  </a:ext>
                </a:extLst>
              </p:cNvPr>
              <p:cNvSpPr txBox="1"/>
              <p:nvPr/>
            </p:nvSpPr>
            <p:spPr>
              <a:xfrm>
                <a:off x="5133007" y="2756336"/>
                <a:ext cx="13204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5B7193-871D-2CE9-89E0-C5E4FD848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007" y="2756336"/>
                <a:ext cx="1320425" cy="276999"/>
              </a:xfrm>
              <a:prstGeom prst="rect">
                <a:avLst/>
              </a:prstGeom>
              <a:blipFill>
                <a:blip r:embed="rId4"/>
                <a:stretch>
                  <a:fillRect l="-2304" r="-1382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2E7F2F-F019-EAC4-C95D-173C31C7EB2D}"/>
                  </a:ext>
                </a:extLst>
              </p:cNvPr>
              <p:cNvSpPr txBox="1"/>
              <p:nvPr/>
            </p:nvSpPr>
            <p:spPr>
              <a:xfrm>
                <a:off x="1019177" y="4008884"/>
                <a:ext cx="3848098" cy="1268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2E7F2F-F019-EAC4-C95D-173C31C7E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7" y="4008884"/>
                <a:ext cx="3848098" cy="12689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5E162F-56E9-180E-50C5-451150661F81}"/>
                  </a:ext>
                </a:extLst>
              </p:cNvPr>
              <p:cNvSpPr txBox="1"/>
              <p:nvPr/>
            </p:nvSpPr>
            <p:spPr>
              <a:xfrm>
                <a:off x="5019675" y="4660689"/>
                <a:ext cx="9092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5E162F-56E9-180E-50C5-451150661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675" y="4660689"/>
                <a:ext cx="909288" cy="276999"/>
              </a:xfrm>
              <a:prstGeom prst="rect">
                <a:avLst/>
              </a:prstGeom>
              <a:blipFill>
                <a:blip r:embed="rId6"/>
                <a:stretch>
                  <a:fillRect l="-3333" r="-200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121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2BA-06B4-6856-0978-6DE58986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C700CE-799F-FE22-E2FB-941C7674B3B6}"/>
                  </a:ext>
                </a:extLst>
              </p:cNvPr>
              <p:cNvSpPr txBox="1"/>
              <p:nvPr/>
            </p:nvSpPr>
            <p:spPr>
              <a:xfrm>
                <a:off x="2457452" y="2197253"/>
                <a:ext cx="3848098" cy="1268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C700CE-799F-FE22-E2FB-941C7674B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452" y="2197253"/>
                <a:ext cx="3848098" cy="12689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16EB08-A663-786E-1C06-0D03A5123465}"/>
                  </a:ext>
                </a:extLst>
              </p:cNvPr>
              <p:cNvSpPr txBox="1"/>
              <p:nvPr/>
            </p:nvSpPr>
            <p:spPr>
              <a:xfrm>
                <a:off x="1085850" y="3795706"/>
                <a:ext cx="6096000" cy="12377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16EB08-A663-786E-1C06-0D03A5123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850" y="3795706"/>
                <a:ext cx="6096000" cy="12377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58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2BA-06B4-6856-0978-6DE58986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738AE-3B89-F358-B73B-BD112FB034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35133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	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738AE-3B89-F358-B73B-BD112FB034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3513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Striped Right 3">
            <a:extLst>
              <a:ext uri="{FF2B5EF4-FFF2-40B4-BE49-F238E27FC236}">
                <a16:creationId xmlns:a16="http://schemas.microsoft.com/office/drawing/2014/main" id="{82143806-15FD-8061-F38F-681DDFC5D1C6}"/>
              </a:ext>
            </a:extLst>
          </p:cNvPr>
          <p:cNvSpPr/>
          <p:nvPr/>
        </p:nvSpPr>
        <p:spPr>
          <a:xfrm>
            <a:off x="4943475" y="3181798"/>
            <a:ext cx="962025" cy="771525"/>
          </a:xfrm>
          <a:prstGeom prst="strip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4C8E10-E6B3-487A-025D-1955228AE486}"/>
                  </a:ext>
                </a:extLst>
              </p:cNvPr>
              <p:cNvSpPr txBox="1"/>
              <p:nvPr/>
            </p:nvSpPr>
            <p:spPr>
              <a:xfrm>
                <a:off x="6286502" y="2951609"/>
                <a:ext cx="3724273" cy="1240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4C8E10-E6B3-487A-025D-1955228AE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2" y="2951609"/>
                <a:ext cx="3724273" cy="12405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077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2BA-06B4-6856-0978-6DE58986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738AE-3B89-F358-B73B-BD112FB034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35133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	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738AE-3B89-F358-B73B-BD112FB034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3513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Striped Right 3">
            <a:extLst>
              <a:ext uri="{FF2B5EF4-FFF2-40B4-BE49-F238E27FC236}">
                <a16:creationId xmlns:a16="http://schemas.microsoft.com/office/drawing/2014/main" id="{82143806-15FD-8061-F38F-681DDFC5D1C6}"/>
              </a:ext>
            </a:extLst>
          </p:cNvPr>
          <p:cNvSpPr/>
          <p:nvPr/>
        </p:nvSpPr>
        <p:spPr>
          <a:xfrm>
            <a:off x="4943475" y="3181798"/>
            <a:ext cx="962025" cy="771525"/>
          </a:xfrm>
          <a:prstGeom prst="strip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4C8E10-E6B3-487A-025D-1955228AE486}"/>
                  </a:ext>
                </a:extLst>
              </p:cNvPr>
              <p:cNvSpPr txBox="1"/>
              <p:nvPr/>
            </p:nvSpPr>
            <p:spPr>
              <a:xfrm>
                <a:off x="6286502" y="2951609"/>
                <a:ext cx="3724273" cy="1679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4C8E10-E6B3-487A-025D-1955228AE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2" y="2951609"/>
                <a:ext cx="3724273" cy="16797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5336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2B70-60EE-F7F2-7942-D96C960D0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of Linear Equations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4FA07F7-38EF-75C9-AF9A-AA51F69BE4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5853496"/>
              </p:ext>
            </p:extLst>
          </p:nvPr>
        </p:nvGraphicFramePr>
        <p:xfrm>
          <a:off x="3179137" y="2637562"/>
          <a:ext cx="5624624" cy="262699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406156">
                  <a:extLst>
                    <a:ext uri="{9D8B030D-6E8A-4147-A177-3AD203B41FA5}">
                      <a16:colId xmlns:a16="http://schemas.microsoft.com/office/drawing/2014/main" val="2897885809"/>
                    </a:ext>
                  </a:extLst>
                </a:gridCol>
                <a:gridCol w="1406156">
                  <a:extLst>
                    <a:ext uri="{9D8B030D-6E8A-4147-A177-3AD203B41FA5}">
                      <a16:colId xmlns:a16="http://schemas.microsoft.com/office/drawing/2014/main" val="2334811095"/>
                    </a:ext>
                  </a:extLst>
                </a:gridCol>
                <a:gridCol w="1406156">
                  <a:extLst>
                    <a:ext uri="{9D8B030D-6E8A-4147-A177-3AD203B41FA5}">
                      <a16:colId xmlns:a16="http://schemas.microsoft.com/office/drawing/2014/main" val="4093904841"/>
                    </a:ext>
                  </a:extLst>
                </a:gridCol>
                <a:gridCol w="1406156">
                  <a:extLst>
                    <a:ext uri="{9D8B030D-6E8A-4147-A177-3AD203B41FA5}">
                      <a16:colId xmlns:a16="http://schemas.microsoft.com/office/drawing/2014/main" val="261745998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area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bedrooms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price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440789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2600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550000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30043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3000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565000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31514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3200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610000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088717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3600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595000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67808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4000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760000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28122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4100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810000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0084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593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467</Words>
  <Application>Microsoft Office PowerPoint</Application>
  <PresentationFormat>Widescreen</PresentationFormat>
  <Paragraphs>156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Office Theme</vt:lpstr>
      <vt:lpstr>Linear Algebra</vt:lpstr>
      <vt:lpstr>Linear Equation</vt:lpstr>
      <vt:lpstr>Linear Equation</vt:lpstr>
      <vt:lpstr>Linear Equation</vt:lpstr>
      <vt:lpstr>Vectors</vt:lpstr>
      <vt:lpstr>Vectors</vt:lpstr>
      <vt:lpstr>Vectors</vt:lpstr>
      <vt:lpstr>Matrices</vt:lpstr>
      <vt:lpstr>Matrices</vt:lpstr>
      <vt:lpstr>Operations with Matrices</vt:lpstr>
      <vt:lpstr>Operations with Matrices</vt:lpstr>
      <vt:lpstr>Operations with Matrices</vt:lpstr>
      <vt:lpstr>Operations with Matrices</vt:lpstr>
      <vt:lpstr>Operations with Matrices</vt:lpstr>
      <vt:lpstr>Operations with Matrices</vt:lpstr>
      <vt:lpstr>Operations with Matrices</vt:lpstr>
      <vt:lpstr>System of Linear Equations</vt:lpstr>
      <vt:lpstr>System of Linear Equations</vt:lpstr>
      <vt:lpstr>System of Linear Equations</vt:lpstr>
      <vt:lpstr>System of Linear Equations</vt:lpstr>
      <vt:lpstr>System of Linear Equations</vt:lpstr>
      <vt:lpstr>System of Linear Equations</vt:lpstr>
      <vt:lpstr>System of Linear Equations</vt:lpstr>
      <vt:lpstr>System of Linear Equations</vt:lpstr>
      <vt:lpstr>System of Linear Equations</vt:lpstr>
      <vt:lpstr>System of Linear Equations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Algebra</dc:title>
  <dc:creator>20912019100973</dc:creator>
  <cp:lastModifiedBy>20912019100973</cp:lastModifiedBy>
  <cp:revision>70</cp:revision>
  <dcterms:created xsi:type="dcterms:W3CDTF">2024-01-21T21:15:58Z</dcterms:created>
  <dcterms:modified xsi:type="dcterms:W3CDTF">2024-01-22T01:56:55Z</dcterms:modified>
</cp:coreProperties>
</file>